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44" r:id="rId5"/>
    <p:sldId id="345" r:id="rId6"/>
    <p:sldId id="347" r:id="rId7"/>
    <p:sldId id="346" r:id="rId8"/>
    <p:sldId id="357" r:id="rId9"/>
    <p:sldId id="349" r:id="rId10"/>
    <p:sldId id="348" r:id="rId11"/>
    <p:sldId id="350" r:id="rId12"/>
    <p:sldId id="358" r:id="rId13"/>
    <p:sldId id="359" r:id="rId14"/>
    <p:sldId id="360" r:id="rId15"/>
    <p:sldId id="35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477ABF-62B3-42AC-9649-CA331219CDE3}" v="32" dt="2026-01-08T03:45:35.634"/>
  </p1510:revLst>
</p1510:revInfo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928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175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109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hikasri Murugan" userId="4ee0f81a41bf83dc" providerId="LiveId" clId="{3E802580-C1F5-4EC2-B97E-AFACEBA13813}"/>
    <pc:docChg chg="undo custSel addSld delSld modSld sldOrd">
      <pc:chgData name="Rithikasri Murugan" userId="4ee0f81a41bf83dc" providerId="LiveId" clId="{3E802580-C1F5-4EC2-B97E-AFACEBA13813}" dt="2026-01-08T09:36:30.021" v="364" actId="113"/>
      <pc:docMkLst>
        <pc:docMk/>
      </pc:docMkLst>
      <pc:sldChg chg="addSp modSp mod">
        <pc:chgData name="Rithikasri Murugan" userId="4ee0f81a41bf83dc" providerId="LiveId" clId="{3E802580-C1F5-4EC2-B97E-AFACEBA13813}" dt="2026-01-08T03:46:22.958" v="327" actId="1076"/>
        <pc:sldMkLst>
          <pc:docMk/>
          <pc:sldMk cId="3865085909" sldId="344"/>
        </pc:sldMkLst>
        <pc:spChg chg="add mod">
          <ac:chgData name="Rithikasri Murugan" userId="4ee0f81a41bf83dc" providerId="LiveId" clId="{3E802580-C1F5-4EC2-B97E-AFACEBA13813}" dt="2026-01-08T03:46:22.958" v="327" actId="1076"/>
          <ac:spMkLst>
            <pc:docMk/>
            <pc:sldMk cId="3865085909" sldId="344"/>
            <ac:spMk id="2" creationId="{880B32B3-3C63-5601-42D9-EEF015C259AC}"/>
          </ac:spMkLst>
        </pc:spChg>
      </pc:sldChg>
      <pc:sldChg chg="modSp mod">
        <pc:chgData name="Rithikasri Murugan" userId="4ee0f81a41bf83dc" providerId="LiveId" clId="{3E802580-C1F5-4EC2-B97E-AFACEBA13813}" dt="2026-01-08T06:29:38.644" v="341" actId="14100"/>
        <pc:sldMkLst>
          <pc:docMk/>
          <pc:sldMk cId="810374094" sldId="345"/>
        </pc:sldMkLst>
        <pc:spChg chg="mod">
          <ac:chgData name="Rithikasri Murugan" userId="4ee0f81a41bf83dc" providerId="LiveId" clId="{3E802580-C1F5-4EC2-B97E-AFACEBA13813}" dt="2026-01-07T20:28:58.832" v="296" actId="20577"/>
          <ac:spMkLst>
            <pc:docMk/>
            <pc:sldMk cId="810374094" sldId="345"/>
            <ac:spMk id="19" creationId="{8EAA5683-6FCC-3EF3-ACD5-4439DCAFFC0B}"/>
          </ac:spMkLst>
        </pc:spChg>
        <pc:picChg chg="mod">
          <ac:chgData name="Rithikasri Murugan" userId="4ee0f81a41bf83dc" providerId="LiveId" clId="{3E802580-C1F5-4EC2-B97E-AFACEBA13813}" dt="2026-01-08T06:29:38.644" v="341" actId="14100"/>
          <ac:picMkLst>
            <pc:docMk/>
            <pc:sldMk cId="810374094" sldId="345"/>
            <ac:picMk id="13" creationId="{116C5155-2E3E-77E5-B37F-A53EF4D4274A}"/>
          </ac:picMkLst>
        </pc:picChg>
      </pc:sldChg>
      <pc:sldChg chg="modSp mod">
        <pc:chgData name="Rithikasri Murugan" userId="4ee0f81a41bf83dc" providerId="LiveId" clId="{3E802580-C1F5-4EC2-B97E-AFACEBA13813}" dt="2026-01-08T09:36:30.021" v="364" actId="113"/>
        <pc:sldMkLst>
          <pc:docMk/>
          <pc:sldMk cId="3671577520" sldId="346"/>
        </pc:sldMkLst>
        <pc:spChg chg="mod">
          <ac:chgData name="Rithikasri Murugan" userId="4ee0f81a41bf83dc" providerId="LiveId" clId="{3E802580-C1F5-4EC2-B97E-AFACEBA13813}" dt="2026-01-08T09:36:30.021" v="364" actId="113"/>
          <ac:spMkLst>
            <pc:docMk/>
            <pc:sldMk cId="3671577520" sldId="346"/>
            <ac:spMk id="8" creationId="{D304888D-B78B-26F5-9075-CDA3C673C95A}"/>
          </ac:spMkLst>
        </pc:spChg>
      </pc:sldChg>
      <pc:sldChg chg="addSp modSp mod">
        <pc:chgData name="Rithikasri Murugan" userId="4ee0f81a41bf83dc" providerId="LiveId" clId="{3E802580-C1F5-4EC2-B97E-AFACEBA13813}" dt="2026-01-07T19:56:42.579" v="28" actId="1076"/>
        <pc:sldMkLst>
          <pc:docMk/>
          <pc:sldMk cId="1427108074" sldId="347"/>
        </pc:sldMkLst>
        <pc:spChg chg="mod">
          <ac:chgData name="Rithikasri Murugan" userId="4ee0f81a41bf83dc" providerId="LiveId" clId="{3E802580-C1F5-4EC2-B97E-AFACEBA13813}" dt="2026-01-07T19:56:42.579" v="28" actId="1076"/>
          <ac:spMkLst>
            <pc:docMk/>
            <pc:sldMk cId="1427108074" sldId="347"/>
            <ac:spMk id="8" creationId="{C8BA68FD-019B-206E-4ADA-B8C8729B7420}"/>
          </ac:spMkLst>
        </pc:spChg>
        <pc:spChg chg="add mod">
          <ac:chgData name="Rithikasri Murugan" userId="4ee0f81a41bf83dc" providerId="LiveId" clId="{3E802580-C1F5-4EC2-B97E-AFACEBA13813}" dt="2026-01-07T19:56:35.038" v="27" actId="1076"/>
          <ac:spMkLst>
            <pc:docMk/>
            <pc:sldMk cId="1427108074" sldId="347"/>
            <ac:spMk id="9" creationId="{35140540-B980-482E-9BE4-E1AD48F34704}"/>
          </ac:spMkLst>
        </pc:spChg>
        <pc:spChg chg="add">
          <ac:chgData name="Rithikasri Murugan" userId="4ee0f81a41bf83dc" providerId="LiveId" clId="{3E802580-C1F5-4EC2-B97E-AFACEBA13813}" dt="2026-01-07T19:54:39.906" v="6"/>
          <ac:spMkLst>
            <pc:docMk/>
            <pc:sldMk cId="1427108074" sldId="347"/>
            <ac:spMk id="10" creationId="{8AEC684B-BB20-FAFA-3076-CE0D66DE1D54}"/>
          </ac:spMkLst>
        </pc:spChg>
      </pc:sldChg>
      <pc:sldChg chg="addSp delSp modSp mod">
        <pc:chgData name="Rithikasri Murugan" userId="4ee0f81a41bf83dc" providerId="LiveId" clId="{3E802580-C1F5-4EC2-B97E-AFACEBA13813}" dt="2026-01-07T20:14:50.254" v="181" actId="2711"/>
        <pc:sldMkLst>
          <pc:docMk/>
          <pc:sldMk cId="762554544" sldId="348"/>
        </pc:sldMkLst>
        <pc:spChg chg="mod">
          <ac:chgData name="Rithikasri Murugan" userId="4ee0f81a41bf83dc" providerId="LiveId" clId="{3E802580-C1F5-4EC2-B97E-AFACEBA13813}" dt="2026-01-07T20:14:50.254" v="181" actId="2711"/>
          <ac:spMkLst>
            <pc:docMk/>
            <pc:sldMk cId="762554544" sldId="348"/>
            <ac:spMk id="4" creationId="{A5A951FD-B055-4EE8-B6D9-62EC0F39DC50}"/>
          </ac:spMkLst>
        </pc:spChg>
        <pc:spChg chg="del mod">
          <ac:chgData name="Rithikasri Murugan" userId="4ee0f81a41bf83dc" providerId="LiveId" clId="{3E802580-C1F5-4EC2-B97E-AFACEBA13813}" dt="2026-01-07T20:10:26.735" v="145" actId="478"/>
          <ac:spMkLst>
            <pc:docMk/>
            <pc:sldMk cId="762554544" sldId="348"/>
            <ac:spMk id="7" creationId="{FC5F8EB2-8936-F0AC-DA2A-4A5609BEA7E8}"/>
          </ac:spMkLst>
        </pc:spChg>
        <pc:picChg chg="add mod">
          <ac:chgData name="Rithikasri Murugan" userId="4ee0f81a41bf83dc" providerId="LiveId" clId="{3E802580-C1F5-4EC2-B97E-AFACEBA13813}" dt="2026-01-07T20:13:24.072" v="163" actId="1076"/>
          <ac:picMkLst>
            <pc:docMk/>
            <pc:sldMk cId="762554544" sldId="348"/>
            <ac:picMk id="3" creationId="{A596C87C-D86F-9086-734C-8BCADA03CDA0}"/>
          </ac:picMkLst>
        </pc:picChg>
      </pc:sldChg>
      <pc:sldChg chg="addSp delSp modSp mod ord">
        <pc:chgData name="Rithikasri Murugan" userId="4ee0f81a41bf83dc" providerId="LiveId" clId="{3E802580-C1F5-4EC2-B97E-AFACEBA13813}" dt="2026-01-07T20:29:38.771" v="300" actId="20577"/>
        <pc:sldMkLst>
          <pc:docMk/>
          <pc:sldMk cId="1386263332" sldId="349"/>
        </pc:sldMkLst>
        <pc:spChg chg="add del mod">
          <ac:chgData name="Rithikasri Murugan" userId="4ee0f81a41bf83dc" providerId="LiveId" clId="{3E802580-C1F5-4EC2-B97E-AFACEBA13813}" dt="2026-01-07T20:03:56.108" v="73" actId="478"/>
          <ac:spMkLst>
            <pc:docMk/>
            <pc:sldMk cId="1386263332" sldId="349"/>
            <ac:spMk id="4" creationId="{CDDCC691-09B7-FD04-D363-954C950E030A}"/>
          </ac:spMkLst>
        </pc:spChg>
        <pc:spChg chg="add del mod">
          <ac:chgData name="Rithikasri Murugan" userId="4ee0f81a41bf83dc" providerId="LiveId" clId="{3E802580-C1F5-4EC2-B97E-AFACEBA13813}" dt="2026-01-07T20:04:51.760" v="96" actId="478"/>
          <ac:spMkLst>
            <pc:docMk/>
            <pc:sldMk cId="1386263332" sldId="349"/>
            <ac:spMk id="5" creationId="{AF94C416-1247-0B45-EB70-355BEF43C314}"/>
          </ac:spMkLst>
        </pc:spChg>
        <pc:spChg chg="add mod">
          <ac:chgData name="Rithikasri Murugan" userId="4ee0f81a41bf83dc" providerId="LiveId" clId="{3E802580-C1F5-4EC2-B97E-AFACEBA13813}" dt="2026-01-07T20:29:38.771" v="300" actId="20577"/>
          <ac:spMkLst>
            <pc:docMk/>
            <pc:sldMk cId="1386263332" sldId="349"/>
            <ac:spMk id="6" creationId="{06499D17-8F02-0BD0-0D0C-43B9FB0F01DA}"/>
          </ac:spMkLst>
        </pc:spChg>
        <pc:spChg chg="del mod">
          <ac:chgData name="Rithikasri Murugan" userId="4ee0f81a41bf83dc" providerId="LiveId" clId="{3E802580-C1F5-4EC2-B97E-AFACEBA13813}" dt="2026-01-07T20:04:18.384" v="81" actId="478"/>
          <ac:spMkLst>
            <pc:docMk/>
            <pc:sldMk cId="1386263332" sldId="349"/>
            <ac:spMk id="8" creationId="{9B0A9F6B-B714-24A4-1731-04239F0C6E2C}"/>
          </ac:spMkLst>
        </pc:spChg>
        <pc:spChg chg="del mod">
          <ac:chgData name="Rithikasri Murugan" userId="4ee0f81a41bf83dc" providerId="LiveId" clId="{3E802580-C1F5-4EC2-B97E-AFACEBA13813}" dt="2026-01-07T20:04:11.190" v="80" actId="478"/>
          <ac:spMkLst>
            <pc:docMk/>
            <pc:sldMk cId="1386263332" sldId="349"/>
            <ac:spMk id="10" creationId="{5F098455-F3AD-4CE1-6F83-28C95857EE25}"/>
          </ac:spMkLst>
        </pc:spChg>
        <pc:picChg chg="del">
          <ac:chgData name="Rithikasri Murugan" userId="4ee0f81a41bf83dc" providerId="LiveId" clId="{3E802580-C1F5-4EC2-B97E-AFACEBA13813}" dt="2026-01-07T20:03:53.764" v="72" actId="478"/>
          <ac:picMkLst>
            <pc:docMk/>
            <pc:sldMk cId="1386263332" sldId="349"/>
            <ac:picMk id="15" creationId="{AAA2A7D6-6F43-AFA1-3A7C-846D13711255}"/>
          </ac:picMkLst>
        </pc:picChg>
      </pc:sldChg>
      <pc:sldChg chg="addSp delSp modSp mod">
        <pc:chgData name="Rithikasri Murugan" userId="4ee0f81a41bf83dc" providerId="LiveId" clId="{3E802580-C1F5-4EC2-B97E-AFACEBA13813}" dt="2026-01-07T20:16:24.528" v="192" actId="1076"/>
        <pc:sldMkLst>
          <pc:docMk/>
          <pc:sldMk cId="485500553" sldId="350"/>
        </pc:sldMkLst>
        <pc:spChg chg="del mod">
          <ac:chgData name="Rithikasri Murugan" userId="4ee0f81a41bf83dc" providerId="LiveId" clId="{3E802580-C1F5-4EC2-B97E-AFACEBA13813}" dt="2026-01-07T20:14:07.150" v="173" actId="478"/>
          <ac:spMkLst>
            <pc:docMk/>
            <pc:sldMk cId="485500553" sldId="350"/>
            <ac:spMk id="3" creationId="{89652A1E-B3F7-E1B2-76ED-8F78E74B9EA9}"/>
          </ac:spMkLst>
        </pc:spChg>
        <pc:spChg chg="add mod">
          <ac:chgData name="Rithikasri Murugan" userId="4ee0f81a41bf83dc" providerId="LiveId" clId="{3E802580-C1F5-4EC2-B97E-AFACEBA13813}" dt="2026-01-07T20:16:18.464" v="191" actId="1076"/>
          <ac:spMkLst>
            <pc:docMk/>
            <pc:sldMk cId="485500553" sldId="350"/>
            <ac:spMk id="4" creationId="{9A2EECF4-4C93-18AE-1304-4BFABA893857}"/>
          </ac:spMkLst>
        </pc:spChg>
        <pc:spChg chg="del mod">
          <ac:chgData name="Rithikasri Murugan" userId="4ee0f81a41bf83dc" providerId="LiveId" clId="{3E802580-C1F5-4EC2-B97E-AFACEBA13813}" dt="2026-01-07T20:13:40.661" v="168" actId="478"/>
          <ac:spMkLst>
            <pc:docMk/>
            <pc:sldMk cId="485500553" sldId="350"/>
            <ac:spMk id="8" creationId="{E65E832F-DC64-28CC-592D-2CA44C5718DC}"/>
          </ac:spMkLst>
        </pc:spChg>
        <pc:spChg chg="del mod">
          <ac:chgData name="Rithikasri Murugan" userId="4ee0f81a41bf83dc" providerId="LiveId" clId="{3E802580-C1F5-4EC2-B97E-AFACEBA13813}" dt="2026-01-07T20:13:46.090" v="170" actId="478"/>
          <ac:spMkLst>
            <pc:docMk/>
            <pc:sldMk cId="485500553" sldId="350"/>
            <ac:spMk id="9" creationId="{C69CC98A-13B9-DAED-1898-477158789855}"/>
          </ac:spMkLst>
        </pc:spChg>
        <pc:picChg chg="add mod">
          <ac:chgData name="Rithikasri Murugan" userId="4ee0f81a41bf83dc" providerId="LiveId" clId="{3E802580-C1F5-4EC2-B97E-AFACEBA13813}" dt="2026-01-07T20:16:24.528" v="192" actId="1076"/>
          <ac:picMkLst>
            <pc:docMk/>
            <pc:sldMk cId="485500553" sldId="350"/>
            <ac:picMk id="6" creationId="{E62E2D24-80FA-EA0D-F6D2-63E662DB6969}"/>
          </ac:picMkLst>
        </pc:picChg>
      </pc:sldChg>
      <pc:sldChg chg="modSp del mod">
        <pc:chgData name="Rithikasri Murugan" userId="4ee0f81a41bf83dc" providerId="LiveId" clId="{3E802580-C1F5-4EC2-B97E-AFACEBA13813}" dt="2026-01-07T20:17:13.333" v="194" actId="47"/>
        <pc:sldMkLst>
          <pc:docMk/>
          <pc:sldMk cId="3030076204" sldId="351"/>
        </pc:sldMkLst>
        <pc:spChg chg="mod">
          <ac:chgData name="Rithikasri Murugan" userId="4ee0f81a41bf83dc" providerId="LiveId" clId="{3E802580-C1F5-4EC2-B97E-AFACEBA13813}" dt="2026-01-07T20:17:10.139" v="193" actId="1076"/>
          <ac:spMkLst>
            <pc:docMk/>
            <pc:sldMk cId="3030076204" sldId="351"/>
            <ac:spMk id="3" creationId="{87364034-5F15-4B68-638D-779A619AC022}"/>
          </ac:spMkLst>
        </pc:spChg>
      </pc:sldChg>
      <pc:sldChg chg="del">
        <pc:chgData name="Rithikasri Murugan" userId="4ee0f81a41bf83dc" providerId="LiveId" clId="{3E802580-C1F5-4EC2-B97E-AFACEBA13813}" dt="2026-01-07T20:24:22.545" v="222" actId="47"/>
        <pc:sldMkLst>
          <pc:docMk/>
          <pc:sldMk cId="2902754129" sldId="352"/>
        </pc:sldMkLst>
      </pc:sldChg>
      <pc:sldChg chg="del">
        <pc:chgData name="Rithikasri Murugan" userId="4ee0f81a41bf83dc" providerId="LiveId" clId="{3E802580-C1F5-4EC2-B97E-AFACEBA13813}" dt="2026-01-07T20:24:24.361" v="223" actId="47"/>
        <pc:sldMkLst>
          <pc:docMk/>
          <pc:sldMk cId="2595549996" sldId="353"/>
        </pc:sldMkLst>
      </pc:sldChg>
      <pc:sldChg chg="del">
        <pc:chgData name="Rithikasri Murugan" userId="4ee0f81a41bf83dc" providerId="LiveId" clId="{3E802580-C1F5-4EC2-B97E-AFACEBA13813}" dt="2026-01-07T20:24:20.384" v="221" actId="47"/>
        <pc:sldMkLst>
          <pc:docMk/>
          <pc:sldMk cId="1382360909" sldId="354"/>
        </pc:sldMkLst>
      </pc:sldChg>
      <pc:sldChg chg="del">
        <pc:chgData name="Rithikasri Murugan" userId="4ee0f81a41bf83dc" providerId="LiveId" clId="{3E802580-C1F5-4EC2-B97E-AFACEBA13813}" dt="2026-01-07T20:24:14.764" v="220" actId="47"/>
        <pc:sldMkLst>
          <pc:docMk/>
          <pc:sldMk cId="3574082888" sldId="355"/>
        </pc:sldMkLst>
      </pc:sldChg>
      <pc:sldChg chg="addSp delSp modSp mod">
        <pc:chgData name="Rithikasri Murugan" userId="4ee0f81a41bf83dc" providerId="LiveId" clId="{3E802580-C1F5-4EC2-B97E-AFACEBA13813}" dt="2026-01-07T20:27:55.383" v="276" actId="1076"/>
        <pc:sldMkLst>
          <pc:docMk/>
          <pc:sldMk cId="3303844537" sldId="356"/>
        </pc:sldMkLst>
        <pc:spChg chg="add del mod">
          <ac:chgData name="Rithikasri Murugan" userId="4ee0f81a41bf83dc" providerId="LiveId" clId="{3E802580-C1F5-4EC2-B97E-AFACEBA13813}" dt="2026-01-07T20:24:44.511" v="246" actId="478"/>
          <ac:spMkLst>
            <pc:docMk/>
            <pc:sldMk cId="3303844537" sldId="356"/>
            <ac:spMk id="3" creationId="{A92480F1-B791-46E4-8F54-BB85D5CA24E0}"/>
          </ac:spMkLst>
        </pc:spChg>
        <pc:spChg chg="del mod">
          <ac:chgData name="Rithikasri Murugan" userId="4ee0f81a41bf83dc" providerId="LiveId" clId="{3E802580-C1F5-4EC2-B97E-AFACEBA13813}" dt="2026-01-07T20:26:27.892" v="251" actId="478"/>
          <ac:spMkLst>
            <pc:docMk/>
            <pc:sldMk cId="3303844537" sldId="356"/>
            <ac:spMk id="4" creationId="{9B961152-381E-D654-15E9-7C4F09608779}"/>
          </ac:spMkLst>
        </pc:spChg>
        <pc:spChg chg="del mod">
          <ac:chgData name="Rithikasri Murugan" userId="4ee0f81a41bf83dc" providerId="LiveId" clId="{3E802580-C1F5-4EC2-B97E-AFACEBA13813}" dt="2026-01-07T20:24:42.125" v="245" actId="478"/>
          <ac:spMkLst>
            <pc:docMk/>
            <pc:sldMk cId="3303844537" sldId="356"/>
            <ac:spMk id="5" creationId="{CFD569DC-1A68-51FF-4CCE-F334F8B3D5A3}"/>
          </ac:spMkLst>
        </pc:spChg>
        <pc:spChg chg="add mod">
          <ac:chgData name="Rithikasri Murugan" userId="4ee0f81a41bf83dc" providerId="LiveId" clId="{3E802580-C1F5-4EC2-B97E-AFACEBA13813}" dt="2026-01-07T20:27:55.383" v="276" actId="1076"/>
          <ac:spMkLst>
            <pc:docMk/>
            <pc:sldMk cId="3303844537" sldId="356"/>
            <ac:spMk id="6" creationId="{10FC3C55-FA58-E873-9B82-5AF629F6B96A}"/>
          </ac:spMkLst>
        </pc:spChg>
        <pc:picChg chg="add mod">
          <ac:chgData name="Rithikasri Murugan" userId="4ee0f81a41bf83dc" providerId="LiveId" clId="{3E802580-C1F5-4EC2-B97E-AFACEBA13813}" dt="2026-01-07T20:27:08.719" v="260" actId="14100"/>
          <ac:picMkLst>
            <pc:docMk/>
            <pc:sldMk cId="3303844537" sldId="356"/>
            <ac:picMk id="4098" creationId="{F80B1B3D-D761-22E3-6768-010D09F700AD}"/>
          </ac:picMkLst>
        </pc:picChg>
      </pc:sldChg>
      <pc:sldChg chg="addSp modSp mod">
        <pc:chgData name="Rithikasri Murugan" userId="4ee0f81a41bf83dc" providerId="LiveId" clId="{3E802580-C1F5-4EC2-B97E-AFACEBA13813}" dt="2026-01-07T20:06:57.368" v="122" actId="1076"/>
        <pc:sldMkLst>
          <pc:docMk/>
          <pc:sldMk cId="2933771708" sldId="357"/>
        </pc:sldMkLst>
        <pc:spChg chg="add mod">
          <ac:chgData name="Rithikasri Murugan" userId="4ee0f81a41bf83dc" providerId="LiveId" clId="{3E802580-C1F5-4EC2-B97E-AFACEBA13813}" dt="2026-01-07T20:06:50.989" v="121" actId="20577"/>
          <ac:spMkLst>
            <pc:docMk/>
            <pc:sldMk cId="2933771708" sldId="357"/>
            <ac:spMk id="2" creationId="{AC713871-5EFB-DEFB-F335-BF6B678CEBDE}"/>
          </ac:spMkLst>
        </pc:spChg>
        <pc:spChg chg="mod">
          <ac:chgData name="Rithikasri Murugan" userId="4ee0f81a41bf83dc" providerId="LiveId" clId="{3E802580-C1F5-4EC2-B97E-AFACEBA13813}" dt="2026-01-07T20:06:57.368" v="122" actId="1076"/>
          <ac:spMkLst>
            <pc:docMk/>
            <pc:sldMk cId="2933771708" sldId="357"/>
            <ac:spMk id="4" creationId="{093799D1-E138-1B6F-60DD-662B33B65317}"/>
          </ac:spMkLst>
        </pc:spChg>
        <pc:picChg chg="mod">
          <ac:chgData name="Rithikasri Murugan" userId="4ee0f81a41bf83dc" providerId="LiveId" clId="{3E802580-C1F5-4EC2-B97E-AFACEBA13813}" dt="2026-01-07T20:06:36.254" v="119" actId="1076"/>
          <ac:picMkLst>
            <pc:docMk/>
            <pc:sldMk cId="2933771708" sldId="357"/>
            <ac:picMk id="3074" creationId="{0B7660A1-6A5E-B1C5-70BF-1F5CA60A54B2}"/>
          </ac:picMkLst>
        </pc:picChg>
      </pc:sldChg>
      <pc:sldChg chg="addSp delSp modSp add mod">
        <pc:chgData name="Rithikasri Murugan" userId="4ee0f81a41bf83dc" providerId="LiveId" clId="{3E802580-C1F5-4EC2-B97E-AFACEBA13813}" dt="2026-01-07T20:20:06.082" v="210" actId="1076"/>
        <pc:sldMkLst>
          <pc:docMk/>
          <pc:sldMk cId="3819762555" sldId="358"/>
        </pc:sldMkLst>
        <pc:picChg chg="add del mod">
          <ac:chgData name="Rithikasri Murugan" userId="4ee0f81a41bf83dc" providerId="LiveId" clId="{3E802580-C1F5-4EC2-B97E-AFACEBA13813}" dt="2026-01-07T20:17:54.441" v="204" actId="478"/>
          <ac:picMkLst>
            <pc:docMk/>
            <pc:sldMk cId="3819762555" sldId="358"/>
            <ac:picMk id="5" creationId="{5BFFA908-21E7-24DD-3806-712D7B945DBC}"/>
          </ac:picMkLst>
        </pc:picChg>
        <pc:picChg chg="del">
          <ac:chgData name="Rithikasri Murugan" userId="4ee0f81a41bf83dc" providerId="LiveId" clId="{3E802580-C1F5-4EC2-B97E-AFACEBA13813}" dt="2026-01-07T20:17:19.916" v="196" actId="478"/>
          <ac:picMkLst>
            <pc:docMk/>
            <pc:sldMk cId="3819762555" sldId="358"/>
            <ac:picMk id="6" creationId="{97F7B388-4B30-A27B-8AE6-3097A85132EE}"/>
          </ac:picMkLst>
        </pc:picChg>
        <pc:picChg chg="add mod">
          <ac:chgData name="Rithikasri Murugan" userId="4ee0f81a41bf83dc" providerId="LiveId" clId="{3E802580-C1F5-4EC2-B97E-AFACEBA13813}" dt="2026-01-07T20:19:28.965" v="208" actId="1076"/>
          <ac:picMkLst>
            <pc:docMk/>
            <pc:sldMk cId="3819762555" sldId="358"/>
            <ac:picMk id="8" creationId="{905C2B54-3B22-DE97-C157-4B754ADEA23F}"/>
          </ac:picMkLst>
        </pc:picChg>
        <pc:picChg chg="add mod">
          <ac:chgData name="Rithikasri Murugan" userId="4ee0f81a41bf83dc" providerId="LiveId" clId="{3E802580-C1F5-4EC2-B97E-AFACEBA13813}" dt="2026-01-07T20:20:06.082" v="210" actId="1076"/>
          <ac:picMkLst>
            <pc:docMk/>
            <pc:sldMk cId="3819762555" sldId="358"/>
            <ac:picMk id="10" creationId="{49AD2485-E374-FA93-0EE6-152A44C78032}"/>
          </ac:picMkLst>
        </pc:picChg>
      </pc:sldChg>
      <pc:sldChg chg="addSp delSp modSp add mod ord">
        <pc:chgData name="Rithikasri Murugan" userId="4ee0f81a41bf83dc" providerId="LiveId" clId="{3E802580-C1F5-4EC2-B97E-AFACEBA13813}" dt="2026-01-07T20:21:39.278" v="217" actId="1076"/>
        <pc:sldMkLst>
          <pc:docMk/>
          <pc:sldMk cId="427869851" sldId="359"/>
        </pc:sldMkLst>
        <pc:picChg chg="add mod">
          <ac:chgData name="Rithikasri Murugan" userId="4ee0f81a41bf83dc" providerId="LiveId" clId="{3E802580-C1F5-4EC2-B97E-AFACEBA13813}" dt="2026-01-07T20:21:39.278" v="217" actId="1076"/>
          <ac:picMkLst>
            <pc:docMk/>
            <pc:sldMk cId="427869851" sldId="359"/>
            <ac:picMk id="5" creationId="{A49929A5-3E0C-ADC8-CB53-E6B0461BB126}"/>
          </ac:picMkLst>
        </pc:picChg>
        <pc:picChg chg="del">
          <ac:chgData name="Rithikasri Murugan" userId="4ee0f81a41bf83dc" providerId="LiveId" clId="{3E802580-C1F5-4EC2-B97E-AFACEBA13813}" dt="2026-01-07T20:20:33.268" v="214" actId="478"/>
          <ac:picMkLst>
            <pc:docMk/>
            <pc:sldMk cId="427869851" sldId="359"/>
            <ac:picMk id="6" creationId="{A557070D-810F-0076-8B56-E5AE120E14AE}"/>
          </ac:picMkLst>
        </pc:picChg>
      </pc:sldChg>
      <pc:sldChg chg="addSp delSp modSp add mod">
        <pc:chgData name="Rithikasri Murugan" userId="4ee0f81a41bf83dc" providerId="LiveId" clId="{3E802580-C1F5-4EC2-B97E-AFACEBA13813}" dt="2026-01-08T03:49:41.506" v="336" actId="1076"/>
        <pc:sldMkLst>
          <pc:docMk/>
          <pc:sldMk cId="1460423443" sldId="360"/>
        </pc:sldMkLst>
        <pc:spChg chg="mod">
          <ac:chgData name="Rithikasri Murugan" userId="4ee0f81a41bf83dc" providerId="LiveId" clId="{3E802580-C1F5-4EC2-B97E-AFACEBA13813}" dt="2026-01-08T03:49:41.506" v="336" actId="1076"/>
          <ac:spMkLst>
            <pc:docMk/>
            <pc:sldMk cId="1460423443" sldId="360"/>
            <ac:spMk id="4" creationId="{B039947C-1BA1-B8FC-8CA5-EE1A11FAAA40}"/>
          </ac:spMkLst>
        </pc:spChg>
        <pc:picChg chg="del">
          <ac:chgData name="Rithikasri Murugan" userId="4ee0f81a41bf83dc" providerId="LiveId" clId="{3E802580-C1F5-4EC2-B97E-AFACEBA13813}" dt="2026-01-07T20:21:52.519" v="219" actId="478"/>
          <ac:picMkLst>
            <pc:docMk/>
            <pc:sldMk cId="1460423443" sldId="360"/>
            <ac:picMk id="5" creationId="{C81529D8-4F38-EFFB-69AB-5782B3A17A76}"/>
          </ac:picMkLst>
        </pc:picChg>
        <pc:picChg chg="add mod">
          <ac:chgData name="Rithikasri Murugan" userId="4ee0f81a41bf83dc" providerId="LiveId" clId="{3E802580-C1F5-4EC2-B97E-AFACEBA13813}" dt="2026-01-08T03:49:30.294" v="334" actId="1076"/>
          <ac:picMkLst>
            <pc:docMk/>
            <pc:sldMk cId="1460423443" sldId="360"/>
            <ac:picMk id="5" creationId="{E7EDA2DF-2AE8-3965-077D-7BB6E858289F}"/>
          </ac:picMkLst>
        </pc:picChg>
        <pc:picChg chg="add mod">
          <ac:chgData name="Rithikasri Murugan" userId="4ee0f81a41bf83dc" providerId="LiveId" clId="{3E802580-C1F5-4EC2-B97E-AFACEBA13813}" dt="2026-01-08T03:49:36.311" v="335" actId="1076"/>
          <ac:picMkLst>
            <pc:docMk/>
            <pc:sldMk cId="1460423443" sldId="360"/>
            <ac:picMk id="7" creationId="{1F9DAB56-A334-FF24-D429-35DD81990E7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440F78-2C9E-4C7F-818C-B40BB19D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3FB98-80B9-4155-809A-82659D34A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18EB1-FF96-47AA-9A30-F1BFF2FFD1F7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EF847-3492-4888-9C23-150423853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8C54-2332-4748-9C65-6A27E550C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75FB2-D12E-4669-8522-D3E2C7E6D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91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A361-7934-4769-9B16-8A939698742C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8E0B9-48E4-499D-93B2-B07D00395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04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29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7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26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461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B07CC-AA55-9DF1-89DD-D04256DD1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9C683-279F-AE15-CFF6-3F2B72BB6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B46D3-1C9F-6B87-51EE-0E3CD388B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F2DE1-D087-897D-CB2F-57AE157CD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423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805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345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099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B0334-DAD6-D79A-1DC0-AD2491FAF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8C233-8119-CE22-E3C1-5324169B2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628FC-99BB-ADFF-3846-E1F50EA06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4BE9A-2C2E-E8B9-29D3-3C9FA003F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244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44B36-A264-6A0B-219C-D9609679E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7761E-608B-2EE9-74D1-EDE97586C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47CB5-EE71-2174-38FB-580C09274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50843-ACD5-8992-B4DC-674205AC9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557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553AB-AB82-66D9-86EB-D9513E73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59265-9E3E-D288-6A7D-91123BC51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01492-992C-8598-34F7-3356FB53C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B85EC-17D7-2608-244D-26E2C7388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3462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87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A39D92-9919-A80E-44FF-6B912E8507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8788" y="457200"/>
            <a:ext cx="11274425" cy="5943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2FF34D-C8F8-1796-647D-D17056A2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955" y="612475"/>
            <a:ext cx="4701904" cy="3079029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76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229E2-8757-94D8-A1B6-702189DC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77143C8-CDFF-B937-C00C-5E7B50939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83920"/>
            <a:ext cx="4114800" cy="50596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2637A1-1BB4-AF51-24C3-6FE78DD45D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438400"/>
            <a:ext cx="4799012" cy="35052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57200" indent="0">
              <a:lnSpc>
                <a:spcPct val="125000"/>
              </a:lnSpc>
              <a:buNone/>
              <a:defRPr sz="1600"/>
            </a:lvl2pPr>
            <a:lvl3pPr marL="914400" indent="0">
              <a:lnSpc>
                <a:spcPct val="125000"/>
              </a:lnSpc>
              <a:buNone/>
              <a:defRPr sz="1400"/>
            </a:lvl3pPr>
            <a:lvl4pPr marL="1371600" indent="0">
              <a:lnSpc>
                <a:spcPct val="125000"/>
              </a:lnSpc>
              <a:buNone/>
              <a:defRPr sz="1200"/>
            </a:lvl4pPr>
            <a:lvl5pPr marL="1828800" indent="0">
              <a:lnSpc>
                <a:spcPct val="125000"/>
              </a:lnSpc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6F59DF2-AB3C-B7B3-826A-636B8CC5AB3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37016-0B2B-9F81-7A77-63223C486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34E572-08FE-0439-A460-8DFE1183A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742" y="914399"/>
            <a:ext cx="4798858" cy="50291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EB46EC-087C-B8FF-2363-B99FAE98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5713413" cy="50292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872928-B479-F7C5-9C83-C448FBA36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20445"/>
            <a:ext cx="4114800" cy="50292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E3771A-E1EB-0CBE-828C-2C5E1F2AE6C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5227" y="1020445"/>
            <a:ext cx="4802735" cy="5029200"/>
          </a:xfrm>
        </p:spPr>
        <p:txBody>
          <a:bodyPr anchor="ctr">
            <a:normAutofit/>
          </a:bodyPr>
          <a:lstStyle>
            <a:lvl1pPr marL="22860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lvl1pPr>
            <a:lvl2pPr marL="41148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lvl2pPr>
            <a:lvl3pPr marL="59436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lvl3pPr>
            <a:lvl4pPr marL="77724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4pPr>
            <a:lvl5pPr marL="96012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1635D-96F0-769B-4ECB-70502770A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4F877767-0342-A344-0462-A0D877FF68F8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5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21F215D-0D9E-64B3-1F66-E90B87932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0741"/>
            <a:ext cx="4802372" cy="278891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86A4459-11C2-44C6-0173-C666D5AADC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82523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4EF14-0982-D931-9DD6-ECFE61D5B0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7D7E927E-4F73-5579-4F1D-E13899DEEA0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3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1" y="2153285"/>
            <a:ext cx="3261359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80560" y="2153285"/>
            <a:ext cx="69646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C0F1533-3810-C210-9B67-D2F4A1846C23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9C70371-D147-2B29-EAEB-B10A799D0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169" y="614812"/>
            <a:ext cx="10359659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AE226-98C6-70F4-8DED-59E8FE3040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67" y="2177378"/>
            <a:ext cx="5713413" cy="4669987"/>
          </a:xfrm>
          <a:custGeom>
            <a:avLst/>
            <a:gdLst>
              <a:gd name="connsiteX0" fmla="*/ 400038 w 5713413"/>
              <a:gd name="connsiteY0" fmla="*/ 0 h 4669987"/>
              <a:gd name="connsiteX1" fmla="*/ 5713413 w 5713413"/>
              <a:gd name="connsiteY1" fmla="*/ 0 h 4669987"/>
              <a:gd name="connsiteX2" fmla="*/ 5713413 w 5713413"/>
              <a:gd name="connsiteY2" fmla="*/ 4315224 h 4669987"/>
              <a:gd name="connsiteX3" fmla="*/ 400038 w 5713413"/>
              <a:gd name="connsiteY3" fmla="*/ 4315224 h 4669987"/>
              <a:gd name="connsiteX4" fmla="*/ 0 w 5713413"/>
              <a:gd name="connsiteY4" fmla="*/ 0 h 4669987"/>
              <a:gd name="connsiteX5" fmla="*/ 386684 w 5713413"/>
              <a:gd name="connsiteY5" fmla="*/ 0 h 4669987"/>
              <a:gd name="connsiteX6" fmla="*/ 386684 w 5713413"/>
              <a:gd name="connsiteY6" fmla="*/ 4328578 h 4669987"/>
              <a:gd name="connsiteX7" fmla="*/ 5713413 w 5713413"/>
              <a:gd name="connsiteY7" fmla="*/ 4328578 h 4669987"/>
              <a:gd name="connsiteX8" fmla="*/ 5713413 w 5713413"/>
              <a:gd name="connsiteY8" fmla="*/ 4669987 h 4669987"/>
              <a:gd name="connsiteX9" fmla="*/ 0 w 5713413"/>
              <a:gd name="connsiteY9" fmla="*/ 4669987 h 466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3413" h="4669987">
                <a:moveTo>
                  <a:pt x="400038" y="0"/>
                </a:moveTo>
                <a:lnTo>
                  <a:pt x="5713413" y="0"/>
                </a:lnTo>
                <a:lnTo>
                  <a:pt x="5713413" y="4315224"/>
                </a:lnTo>
                <a:lnTo>
                  <a:pt x="400038" y="4315224"/>
                </a:lnTo>
                <a:close/>
                <a:moveTo>
                  <a:pt x="0" y="0"/>
                </a:moveTo>
                <a:lnTo>
                  <a:pt x="386684" y="0"/>
                </a:lnTo>
                <a:lnTo>
                  <a:pt x="386684" y="4328578"/>
                </a:lnTo>
                <a:lnTo>
                  <a:pt x="5713413" y="4328578"/>
                </a:lnTo>
                <a:lnTo>
                  <a:pt x="5713413" y="4669987"/>
                </a:lnTo>
                <a:lnTo>
                  <a:pt x="0" y="46699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EEA9034-22FD-3C2F-6A27-6363896980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153285"/>
            <a:ext cx="4799012" cy="3790315"/>
          </a:xfrm>
        </p:spPr>
        <p:txBody>
          <a:bodyPr>
            <a:normAutofit/>
          </a:bodyPr>
          <a:lstStyle>
            <a:lvl1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2000"/>
            </a:lvl1pPr>
            <a:lvl2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800"/>
            </a:lvl2pPr>
            <a:lvl3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600"/>
            </a:lvl3pPr>
            <a:lvl4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4pPr>
            <a:lvl5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2AFED-AF5A-A2E9-0D36-388733BB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7A42E613-3DCC-07A2-BA9B-74B13F28E59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0338E2-B50A-8F3E-2CA7-A75753E7E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29" y="598947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C8DD029-A673-92B9-0343-3B35BE46D2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9641" y="2153285"/>
            <a:ext cx="3032759" cy="3790310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6E658BA3-0202-C705-7A02-8B70B788442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24400" y="2170621"/>
            <a:ext cx="6553200" cy="377297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BD761E53-47C7-492A-D5B5-A8C2740B5157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2" y="2153285"/>
            <a:ext cx="6925660" cy="3500438"/>
          </a:xfrm>
        </p:spPr>
        <p:txBody>
          <a:bodyPr lIns="91440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None/>
              <a:defRPr sz="1800" b="0"/>
            </a:lvl1pPr>
            <a:lvl2pPr marL="228600">
              <a:spcBef>
                <a:spcPts val="1000"/>
              </a:spcBef>
              <a:spcAft>
                <a:spcPts val="1200"/>
              </a:spcAft>
              <a:defRPr sz="1800" b="0"/>
            </a:lvl2pPr>
            <a:lvl3pPr marL="685800">
              <a:spcBef>
                <a:spcPts val="1000"/>
              </a:spcBef>
              <a:spcAft>
                <a:spcPts val="1200"/>
              </a:spcAft>
              <a:defRPr sz="1800" b="0"/>
            </a:lvl3pPr>
            <a:lvl4pPr marL="868680">
              <a:spcBef>
                <a:spcPts val="1000"/>
              </a:spcBef>
              <a:spcAft>
                <a:spcPts val="1200"/>
              </a:spcAft>
              <a:defRPr sz="1800" b="0"/>
            </a:lvl4pPr>
            <a:lvl5pPr marL="1143000">
              <a:spcBef>
                <a:spcPts val="1000"/>
              </a:spcBef>
              <a:spcAft>
                <a:spcPts val="1200"/>
              </a:spcAft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15745" y="2153285"/>
            <a:ext cx="3229495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C9F70CF1-DCAD-AE71-6B34-7BFB25EE530B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3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33145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CF90928-AB48-3554-E2B9-417A00F286A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30275" y="2168526"/>
            <a:ext cx="10331450" cy="393906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6C0A7-887A-66E2-A954-5E0592B9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8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B1E76-5845-01C9-1D0D-03CFFE6F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6C21AF-4286-DECE-37A1-E8980687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655320"/>
            <a:ext cx="4572000" cy="54864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E1D6B3-3EC8-6AC4-BE2B-5C732C8567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773680"/>
            <a:ext cx="4572000" cy="336804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spcBef>
                <a:spcPts val="1000"/>
              </a:spcBef>
              <a:buNone/>
              <a:defRPr sz="1600"/>
            </a:lvl2pPr>
            <a:lvl3pPr marL="914400" indent="0">
              <a:spcBef>
                <a:spcPts val="1000"/>
              </a:spcBef>
              <a:buNone/>
              <a:defRPr sz="1400"/>
            </a:lvl3pPr>
            <a:lvl4pPr marL="1371600" indent="0">
              <a:spcBef>
                <a:spcPts val="1000"/>
              </a:spcBef>
              <a:buNone/>
              <a:defRPr sz="1200"/>
            </a:lvl4pPr>
            <a:lvl5pPr marL="1828800" indent="0"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3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7248" userDrawn="1">
          <p15:clr>
            <a:srgbClr val="F26B43"/>
          </p15:clr>
        </p15:guide>
        <p15:guide id="6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group of potted plants">
            <a:extLst>
              <a:ext uri="{FF2B5EF4-FFF2-40B4-BE49-F238E27FC236}">
                <a16:creationId xmlns:a16="http://schemas.microsoft.com/office/drawing/2014/main" id="{C5E399AE-C2DC-0BE4-A179-9A726D23FFC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5" r="15"/>
          <a:stretch/>
        </p:blipFill>
        <p:spPr>
          <a:xfrm>
            <a:off x="458788" y="457200"/>
            <a:ext cx="11274425" cy="59436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26ABF06-5491-8319-408F-AC9C03E64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08" y="93307"/>
            <a:ext cx="9965094" cy="1956010"/>
          </a:xfrm>
        </p:spPr>
        <p:txBody>
          <a:bodyPr/>
          <a:lstStyle/>
          <a:p>
            <a:r>
              <a:rPr lang="en-IN" dirty="0"/>
              <a:t>Online Nursery Management System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0B32B3-3C63-5601-42D9-EEF015C259AC}"/>
              </a:ext>
            </a:extLst>
          </p:cNvPr>
          <p:cNvSpPr txBox="1"/>
          <p:nvPr/>
        </p:nvSpPr>
        <p:spPr>
          <a:xfrm>
            <a:off x="8682318" y="4637314"/>
            <a:ext cx="21691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Rithikasri M</a:t>
            </a:r>
          </a:p>
          <a:p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ECE- A</a:t>
            </a:r>
            <a:endParaRPr lang="en-IN" sz="28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08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4B7D88-18D8-7250-6364-BECA6F65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83920"/>
            <a:ext cx="4114800" cy="505968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16C5155-2E3E-77E5-B37F-A53EF4D4274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809868" y="1962929"/>
            <a:ext cx="4114800" cy="3333265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104A3C-ECDA-E500-61D0-B12D798D39D2}"/>
              </a:ext>
            </a:extLst>
          </p:cNvPr>
          <p:cNvSpPr txBox="1"/>
          <p:nvPr/>
        </p:nvSpPr>
        <p:spPr>
          <a:xfrm>
            <a:off x="709126" y="669192"/>
            <a:ext cx="3978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3600" b="1" dirty="0"/>
              <a:t>:</a:t>
            </a:r>
            <a:endParaRPr lang="en-IN" sz="3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AA5683-6FCC-3EF3-ACD5-4439DCAFFC0B}"/>
              </a:ext>
            </a:extLst>
          </p:cNvPr>
          <p:cNvSpPr txBox="1"/>
          <p:nvPr/>
        </p:nvSpPr>
        <p:spPr>
          <a:xfrm>
            <a:off x="5409473" y="1615047"/>
            <a:ext cx="612212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To provide an easy way for customers to register, login, and buy plants online.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User Registration &amp; Login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Product Catalog (plants)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Shopping Cart &amp; Orders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Database Integration (MySQL + Java                     Swing)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037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Cute plant. Minimalist, Computer, simple, Simple Plant Aesthetic, HD  wallpaper | Peakpx">
            <a:extLst>
              <a:ext uri="{FF2B5EF4-FFF2-40B4-BE49-F238E27FC236}">
                <a16:creationId xmlns:a16="http://schemas.microsoft.com/office/drawing/2014/main" id="{2B31AB2F-8064-CA8A-A762-A713B1C8D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" y="375920"/>
            <a:ext cx="11409680" cy="611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BA68FD-019B-206E-4ADA-B8C8729B7420}"/>
              </a:ext>
            </a:extLst>
          </p:cNvPr>
          <p:cNvSpPr txBox="1"/>
          <p:nvPr/>
        </p:nvSpPr>
        <p:spPr>
          <a:xfrm>
            <a:off x="619760" y="731520"/>
            <a:ext cx="3005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140540-B980-482E-9BE4-E1AD48F34704}"/>
              </a:ext>
            </a:extLst>
          </p:cNvPr>
          <p:cNvSpPr txBox="1"/>
          <p:nvPr/>
        </p:nvSpPr>
        <p:spPr>
          <a:xfrm>
            <a:off x="1676400" y="1591211"/>
            <a:ext cx="956704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easy‑to‑use platform for buying plants online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secure user registration and login for customers.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 catalog of plants with prices and details.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customers to place orders and view past purchases.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with a MySQL database for reliable storage of user and order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information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08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304888D-B78B-26F5-9075-CDA3C673C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8716" y="1334278"/>
            <a:ext cx="5053895" cy="4777273"/>
          </a:xfrm>
        </p:spPr>
        <p:txBody>
          <a:bodyPr/>
          <a:lstStyle/>
          <a:p>
            <a:r>
              <a:rPr lang="en-IN" sz="3200" b="1" dirty="0"/>
              <a:t>Frontend: </a:t>
            </a:r>
            <a:r>
              <a:rPr lang="en-IN" sz="3200" dirty="0"/>
              <a:t>Java Swing</a:t>
            </a:r>
            <a:br>
              <a:rPr lang="en-IN" sz="3200" dirty="0"/>
            </a:br>
            <a:r>
              <a:rPr lang="en-IN" sz="3200" b="1" dirty="0"/>
              <a:t>Backend: </a:t>
            </a:r>
            <a:r>
              <a:rPr lang="en-IN" sz="3200" dirty="0"/>
              <a:t>Java</a:t>
            </a:r>
            <a:br>
              <a:rPr lang="en-IN" sz="3200" dirty="0"/>
            </a:br>
            <a:r>
              <a:rPr lang="en-US" sz="3200" b="1" dirty="0"/>
              <a:t>Connector: </a:t>
            </a:r>
            <a:r>
              <a:rPr lang="en-US" sz="3200" dirty="0"/>
              <a:t>JDBC (MySQL Connector)</a:t>
            </a:r>
            <a:br>
              <a:rPr lang="en-US" sz="3200" dirty="0"/>
            </a:br>
            <a:r>
              <a:rPr lang="en-IN" sz="3200" b="1" dirty="0"/>
              <a:t>IDE: </a:t>
            </a:r>
            <a:r>
              <a:rPr lang="en-IN" sz="3200" dirty="0"/>
              <a:t>Eclipse</a:t>
            </a:r>
            <a:br>
              <a:rPr lang="en-IN" sz="3200" dirty="0"/>
            </a:br>
            <a:r>
              <a:rPr lang="en-IN" sz="3200" b="1" dirty="0"/>
              <a:t>Language:</a:t>
            </a:r>
            <a:r>
              <a:rPr lang="en-IN" sz="3200" dirty="0"/>
              <a:t> Java</a:t>
            </a:r>
            <a:br>
              <a:rPr lang="en-IN" sz="3200" dirty="0"/>
            </a:br>
            <a:endParaRPr lang="en-US" sz="3200" dirty="0"/>
          </a:p>
        </p:txBody>
      </p:sp>
      <p:pic>
        <p:nvPicPr>
          <p:cNvPr id="2050" name="Picture 2" descr="Plant wallpaper desktop Images - Free Download on Freepik">
            <a:extLst>
              <a:ext uri="{FF2B5EF4-FFF2-40B4-BE49-F238E27FC236}">
                <a16:creationId xmlns:a16="http://schemas.microsoft.com/office/drawing/2014/main" id="{88AA2948-502E-1E18-0448-DA9837A9B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92" y="1827244"/>
            <a:ext cx="596265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784BFB-67D2-7FF8-1FCE-7DEB0F5144A8}"/>
              </a:ext>
            </a:extLst>
          </p:cNvPr>
          <p:cNvSpPr txBox="1"/>
          <p:nvPr/>
        </p:nvSpPr>
        <p:spPr>
          <a:xfrm>
            <a:off x="516092" y="708460"/>
            <a:ext cx="62795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577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7C6B3-10DD-2826-6058-8348E4E49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lant wallpaper Images - Free Download on Freepik">
            <a:extLst>
              <a:ext uri="{FF2B5EF4-FFF2-40B4-BE49-F238E27FC236}">
                <a16:creationId xmlns:a16="http://schemas.microsoft.com/office/drawing/2014/main" id="{0B7660A1-6A5E-B1C5-70BF-1F5CA60A5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65760"/>
            <a:ext cx="11369040" cy="612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3799D1-E138-1B6F-60DD-662B33B65317}"/>
              </a:ext>
            </a:extLst>
          </p:cNvPr>
          <p:cNvSpPr txBox="1"/>
          <p:nvPr/>
        </p:nvSpPr>
        <p:spPr>
          <a:xfrm>
            <a:off x="568960" y="640080"/>
            <a:ext cx="49275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13871-5EFB-DEFB-F335-BF6B678CEBDE}"/>
              </a:ext>
            </a:extLst>
          </p:cNvPr>
          <p:cNvSpPr txBox="1"/>
          <p:nvPr/>
        </p:nvSpPr>
        <p:spPr>
          <a:xfrm>
            <a:off x="3596640" y="1254224"/>
            <a:ext cx="8463280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Presentation Layer (Frontend)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Swing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forms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interact through buttons, text fields, and plant‑themed backgrounds.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Application Layer (Business Logic)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Written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classes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NurseryLogin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NurseryRegister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NurseryProduct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actions: login validation, registration, product selection, and order saving.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bridge between GUI and database.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771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D350C2-47A5-211F-A685-9ACD21117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99D17-8F02-0BD0-0D0C-43B9FB0F01DA}"/>
              </a:ext>
            </a:extLst>
          </p:cNvPr>
          <p:cNvSpPr txBox="1"/>
          <p:nvPr/>
        </p:nvSpPr>
        <p:spPr>
          <a:xfrm>
            <a:off x="1066800" y="944880"/>
            <a:ext cx="9885680" cy="769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Database Layer (Backend)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all data.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→ stores user details (name, phone, email, password).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→ stores purchase details (plant, quantity, total, date).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via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 (MySQL Connector/J)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 Flow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interacts with GUI (login/register/product page).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application processes input and sends queries via JDBC.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executes queries and returns results.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updates GUI with success/failure messages or product/order details.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6263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A951FD-B055-4EE8-B6D9-62EC0F39D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0" y="370205"/>
            <a:ext cx="4114800" cy="83883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96C87C-D86F-9086-734C-8BCADA03C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1209040"/>
            <a:ext cx="103124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54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38ADE9-D6F5-84F7-8489-6CDEB832E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EECF4-4C93-18AE-1304-4BFABA893857}"/>
              </a:ext>
            </a:extLst>
          </p:cNvPr>
          <p:cNvSpPr txBox="1"/>
          <p:nvPr/>
        </p:nvSpPr>
        <p:spPr>
          <a:xfrm>
            <a:off x="579120" y="436453"/>
            <a:ext cx="218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2E2D24-80FA-EA0D-F6D2-63E662DB6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640" y="1021228"/>
            <a:ext cx="9570720" cy="525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00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E23B5-E106-21FF-D86F-D6A70749E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512485-E490-DA56-DCDE-50B2D3170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2990C-7740-691D-2894-FC6A71AF65FE}"/>
              </a:ext>
            </a:extLst>
          </p:cNvPr>
          <p:cNvSpPr txBox="1"/>
          <p:nvPr/>
        </p:nvSpPr>
        <p:spPr>
          <a:xfrm>
            <a:off x="579120" y="436453"/>
            <a:ext cx="218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5C2B54-3B22-DE97-C157-4B754ADEA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20" y="1322953"/>
            <a:ext cx="5271780" cy="42120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AD2485-E374-FA93-0EE6-152A44C78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995" y="1366549"/>
            <a:ext cx="4829849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62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DC6BA-244B-38CB-14E2-D51DBA308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16465D-64D8-A871-D529-B864EDB62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1B8470-AA17-C016-3FC7-EBC4FC222560}"/>
              </a:ext>
            </a:extLst>
          </p:cNvPr>
          <p:cNvSpPr txBox="1"/>
          <p:nvPr/>
        </p:nvSpPr>
        <p:spPr>
          <a:xfrm>
            <a:off x="579120" y="436453"/>
            <a:ext cx="218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9929A5-3E0C-ADC8-CB53-E6B0461BB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053" y="818891"/>
            <a:ext cx="6420378" cy="530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9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5E2DA-6864-54F1-E2A3-EB78EBDB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0F936A-9903-48D5-D16F-06A759BE7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9947C-1BA1-B8FC-8CA5-EE1A11FAAA40}"/>
              </a:ext>
            </a:extLst>
          </p:cNvPr>
          <p:cNvSpPr txBox="1"/>
          <p:nvPr/>
        </p:nvSpPr>
        <p:spPr>
          <a:xfrm>
            <a:off x="579120" y="539089"/>
            <a:ext cx="218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EDA2DF-2AE8-3965-077D-7BB6E8582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1695254"/>
            <a:ext cx="4835617" cy="34674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9DAB56-A334-FF24-D429-35DD81990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737" y="1760339"/>
            <a:ext cx="6037363" cy="333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423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inimalist Plant HD Wallpapers (100++) - MrWallpaper.com">
            <a:extLst>
              <a:ext uri="{FF2B5EF4-FFF2-40B4-BE49-F238E27FC236}">
                <a16:creationId xmlns:a16="http://schemas.microsoft.com/office/drawing/2014/main" id="{F80B1B3D-D761-22E3-6768-010D09F70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305753"/>
            <a:ext cx="11470640" cy="619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FC3C55-FA58-E873-9B82-5AF629F6B96A}"/>
              </a:ext>
            </a:extLst>
          </p:cNvPr>
          <p:cNvSpPr txBox="1"/>
          <p:nvPr/>
        </p:nvSpPr>
        <p:spPr>
          <a:xfrm>
            <a:off x="4125941" y="2573715"/>
            <a:ext cx="39401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8445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Custom 116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722518_win32_SD_v11" id="{6E195932-91F4-4861-8538-848409B20D97}" vid="{F5C82CE7-F5AC-4E30-975C-FD228ED220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E4FA29-61E2-42A6-9537-732ED628B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7CDA33-9251-49D0-A51A-7888AA3E063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3F796806-D3A7-49C6-9335-B8A0B9307F8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Light sales pitch presentation</Template>
  <TotalTime>138</TotalTime>
  <Words>365</Words>
  <Application>Microsoft Office PowerPoint</Application>
  <PresentationFormat>Widescreen</PresentationFormat>
  <Paragraphs>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Bodoni MT</vt:lpstr>
      <vt:lpstr>Calibri</vt:lpstr>
      <vt:lpstr>Source Sans Pro Light</vt:lpstr>
      <vt:lpstr>Times New Roman</vt:lpstr>
      <vt:lpstr>Wingdings</vt:lpstr>
      <vt:lpstr>Custom</vt:lpstr>
      <vt:lpstr>Online Nursery Management System</vt:lpstr>
      <vt:lpstr> </vt:lpstr>
      <vt:lpstr>PowerPoint Presentation</vt:lpstr>
      <vt:lpstr>Frontend: Java Swing Backend: Java Connector: JDBC (MySQL Connector) IDE: Eclipse Language: Java </vt:lpstr>
      <vt:lpstr>PowerPoint Presentation</vt:lpstr>
      <vt:lpstr>PowerPoint Presentation</vt:lpstr>
      <vt:lpstr>Output: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Rithikasri Murugan</dc:creator>
  <cp:lastModifiedBy>Rithikasri Murugan</cp:lastModifiedBy>
  <cp:revision>1</cp:revision>
  <dcterms:created xsi:type="dcterms:W3CDTF">2026-01-07T19:10:31Z</dcterms:created>
  <dcterms:modified xsi:type="dcterms:W3CDTF">2026-01-08T09:36:31Z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